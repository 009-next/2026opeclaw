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</a:rPr>
              <a:t>橋梁工事0502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工事進捗3Dシミュレーション報告書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作成日時: 2026/5/2 15:31:15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工程表サマリー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工事名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開始日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完了日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実績(%)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仮設工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2025-04-01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2025-04-30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掘削工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2025-04-01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2025-05-31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基礎工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2025-05-01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2025-06-30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橋台工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2025-06-01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2025-07-31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橋脚工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2025-06-01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2025-08-31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上部工製作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2025-07-01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2025-09-30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架設工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2025-09-01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2025-10-31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床版工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2025-10-01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2025-11-30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舗装工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2025-11-01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2025-11-30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高欄・付属物工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2025-11-01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2025-12-31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現在の進捗状況（3Dビュー）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3Dビュースクリーンショットなし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予測・現地情報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完了予測: 2026-07-31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全工程が未着手で大幅遅延。仮設工から再開し、各工程を直列に実施すると仮定して完了予測日を算出。現時点で計画より約6か月遅れと推定。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橋梁工事0502</dc:title>
  <dc:subject>PptxGenJS Presentation</dc:subject>
  <dc:creator>PptxGenJS</dc:creator>
  <cp:lastModifiedBy>PptxGenJS</cp:lastModifiedBy>
  <cp:revision>1</cp:revision>
  <dcterms:created xsi:type="dcterms:W3CDTF">2026-05-02T06:31:15Z</dcterms:created>
  <dcterms:modified xsi:type="dcterms:W3CDTF">2026-05-02T06:31:15Z</dcterms:modified>
</cp:coreProperties>
</file>